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TOPOO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286000" cy="381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5月南京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AAAAAA"/>
                </a:solidFill>
                <a:latin typeface="Arial"/>
              </a:defRPr>
            </a:pPr>
            <a:r>
              <a:t>现象级活动方案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从0到百万粉丝 — 全网OPC超级个体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江苏省文化产业协会 全程支持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2026.05.10 — 05.17  |  南京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核心逻辑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这不是一场活动，是一个8天的连续事件。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制造一个正在发生的事件，让人觉得错过了就亏了。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46888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69748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791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6场固定场次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时间分散在8天内，工作日也是全天</a:t>
            </a:r>
            <a:br/>
            <a:r>
              <a:t>让不同时间有空的人都有机会来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560320"/>
            <a:ext cx="246888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79" y="269748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791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1000人必达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3154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不是冲刺目标，是必须完成</a:t>
            </a:r>
            <a:br/>
            <a:r>
              <a:t>只能多不能少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60320"/>
            <a:ext cx="246888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697480"/>
            <a:ext cx="365760" cy="3657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791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统一课程内容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54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张明军主讲同一套方法论</a:t>
            </a:r>
            <a:br/>
            <a:r>
              <a:t>越讲越好，口碑越滚越强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场次安排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68096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场次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3533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533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星期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533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第一场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5月10日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200人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76272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21991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第二场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21991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5月13日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21991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21991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150人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15184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60903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第三场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660903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5月14日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660903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60903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150人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54096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99815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第四场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099815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5月15日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99815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99815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150人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93008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38727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第五场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538727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5月16日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38727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38727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200人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31920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7763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第六场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97763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5月17日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97763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周日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97763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收官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66666"/>
                </a:solidFill>
                <a:latin typeface="Arial"/>
              </a:defRPr>
            </a:pPr>
            <a:r>
              <a:t>6场合计 1050人，超额完成 1000人目标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讲师介绍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张明军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Arial"/>
              </a:defRPr>
            </a:pPr>
            <a:r>
              <a:t>百万粉丝科技博主  |  AI内容合伙人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680960" cy="45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01 01   不到一年从0做到百万粉丝，实战打法验证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01 02   带出过大量成功学员，方法论可复制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01 03   贯穿AI工具赋能，降低内容创作门槛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01 04   课程结合南京OPC服务场景，学完即用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课程大纲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Arial"/>
              </a:defRPr>
            </a:pPr>
            <a:r>
              <a:t>从0到百万粉丝 — 全网OPC超级个体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上午场  09:00 — 12:00   认知破局 + 底层搭建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640080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模块1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59151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OPC超级个体底层逻辑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59151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09:00 - 09:40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07208"/>
            <a:ext cx="640080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模块2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3463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短视频IP定位与账号基础搭建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3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09:40 - 10:40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82696"/>
            <a:ext cx="640080" cy="320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7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模块3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10127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短视频内容创作底层能力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1012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10:40 - 12:00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下午场  13:30 — 16:30   实操落地 + 商业闭环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模块4   剪辑六步法与AI工具实操   13:30 - 14:30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模块5   短视频运营与流量冷启动   14:30 - 15:30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模块6   商业闭环与超级个体变现路径   15:30 - 16:30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1A"/>
                </a:solidFill>
                <a:latin typeface="Arial Black"/>
              </a:defRPr>
            </a:pPr>
            <a:r>
              <a:t>上午场 · 认知破局 + 底层搭建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680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模块1  OPC超级个体底层逻辑  (09:00 - 09:40)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7132320" cy="64008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个人IP成长路径分享 — 百万粉科技博主的从0到1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O（Opportunity）抓住AI+内容时代红利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P（Personal IP）打造高辨识度个人品牌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C（Commercial）实现内容到商业的闭环变现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模块2  短视频IP定位与账号基础搭建  (09:40 - 10:40)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7132320" cy="64008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IP定位公式：身份 + 擅长 + 受众，找到差异化标签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抖音/视频号/小红书流量逻辑差异与平台选择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实操：头像、昵称、简介、背景图的「流量密码」设计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76809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54864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模块3  短视频内容创作底层能力  (10:40 - 12:00)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7132320" cy="77724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内容素材库搭建：高效收集、分类、复用素材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文案框架与AI辅助：通用口播结构 + AI生成高质量文案（附提示词模板）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AI镜头与拍摄基础：手机拍摄技巧、运镜方法、AI数字人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1A"/>
                </a:solidFill>
                <a:latin typeface="Arial Black"/>
              </a:defRPr>
            </a:pPr>
            <a:r>
              <a:t>下午场 · 实操落地 + 商业闭环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680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模块4  剪辑六步法与AI工具实操  (13:30 - 14:30)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7132320" cy="64008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素材处理 → 字幕 → 文案 → 配乐 → 转场 → 导出，完整六步法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AI剪辑工具应用：私教课同款工具演示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实操环节：15分钟快速剪辑，现场点评纠错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模块5  短视频运营与流量冷启动  (14:30 - 15:30)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7132320" cy="64008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新号「鱼塘养号法」：冷启动技巧、推高流量池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对标账号拆解、内容矩阵搭建、数据复盘方法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AI优化GEO与内容分发，提升推荐权重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76809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54864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1A"/>
                </a:solidFill>
                <a:latin typeface="Arial"/>
              </a:defRPr>
            </a:pPr>
            <a:r>
              <a:t>模块6  商业闭环与超级个体变现路径  (15:30 - 16:30)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7132320" cy="777240"/>
          </a:xfrm>
          <a:prstGeom prst="rect">
            <a:avLst/>
          </a:prstGeom>
          <a:noFill/>
        </p:spPr>
        <p:txBody>
          <a:bodyPr wrap="square" lIns="137160" rIns="0" tIns="0" bIns="0">
            <a:spAutoFit/>
          </a:bodyPr>
          <a:lstStyle/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短视频商业变现模式：商单、咨询、知识付费、企业服务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私教同款权益解读：合伙人计划、优先承接商单</a:t>
            </a:r>
          </a:p>
          <a:p>
            <a:pPr algn="l">
              <a:lnSpc>
                <a:spcPts val="198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· 终极实操：现场梳理个人IP商业计划书，讲师一对一简短点评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课程亮点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74519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874519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Arial"/>
              </a:defRPr>
            </a:pPr>
            <a:r>
              <a:t>全程落地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508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上午学理论、搭框架</a:t>
            </a:r>
            <a:br/>
            <a:r>
              <a:t>下午练实操、做闭环</a:t>
            </a:r>
            <a:br/>
            <a:r>
              <a:t>避免「听着激动，回去不动」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463040"/>
            <a:ext cx="1874519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1463040"/>
            <a:ext cx="1874519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9164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Arial"/>
              </a:defRPr>
            </a:pPr>
            <a:r>
              <a:t>AI赋能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94560"/>
            <a:ext cx="1508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贯穿AI文案、AI剪辑</a:t>
            </a:r>
            <a:br/>
            <a:r>
              <a:t>AI数字人工具</a:t>
            </a:r>
            <a:br/>
            <a:r>
              <a:t>降低创作门槛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1463040"/>
            <a:ext cx="1874519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59" y="1463040"/>
            <a:ext cx="1874519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9164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Arial"/>
              </a:defRPr>
            </a:pPr>
            <a:r>
              <a:t>商业导向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508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结合拓圈TOPOO企业服务</a:t>
            </a:r>
            <a:br/>
            <a:r>
              <a:t>学员IP直接对接</a:t>
            </a:r>
            <a:br/>
            <a:r>
              <a:t>本地商业需求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79" y="1463040"/>
            <a:ext cx="1874519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79" y="1463040"/>
            <a:ext cx="1874519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9164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Arial"/>
              </a:defRPr>
            </a:pPr>
            <a:r>
              <a:t>延续支持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194560"/>
            <a:ext cx="1508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课后对接深化内容</a:t>
            </a:r>
            <a:br/>
            <a:r>
              <a:t>长期辅导与商单机会</a:t>
            </a:r>
            <a:br/>
            <a:r>
              <a:t>完整服务链路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传播打法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t>发起人私域信任 × 张明军百万粉丝IP × 江苏省文化产业协会背书 = 信任感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874519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874519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主引擎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84831"/>
            <a:ext cx="50292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主引擎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发起人内容输出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每天围绕活动发内容</a:t>
            </a:r>
            <a:br/>
            <a:r>
              <a:t>筹备日记、话题抛出、幕后花絮</a:t>
            </a:r>
            <a:br/>
            <a:r>
              <a:t>倒计时、结束后复盘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920240"/>
            <a:ext cx="1874519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920240"/>
            <a:ext cx="1874519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799" y="21031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副引擎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799" y="2084831"/>
            <a:ext cx="50292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799" y="21031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副引擎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24231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张明军配合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799" y="278892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百万粉丝账号发预告</a:t>
            </a:r>
            <a:br/>
            <a:r>
              <a:t>学员群/私域群通知</a:t>
            </a:r>
            <a:br/>
            <a:r>
              <a:t>联合出镜、观点碰撞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1920240"/>
            <a:ext cx="1874519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1920240"/>
            <a:ext cx="1874519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1031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核武器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084831"/>
            <a:ext cx="50292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1031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核武器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4231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私域一对一激活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78892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A类强相关直接私发</a:t>
            </a:r>
            <a:br/>
            <a:r>
              <a:t>B类可能相关发短版</a:t>
            </a:r>
            <a:br/>
            <a:r>
              <a:t>C类关系户帮忙转发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79" y="1920240"/>
            <a:ext cx="1874519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79" y="1920240"/>
            <a:ext cx="1874519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1031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自增长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084831"/>
            <a:ext cx="50292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10312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自增长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4231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裂变机制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788920"/>
            <a:ext cx="1600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参与者邀请朋友</a:t>
            </a:r>
            <a:br/>
            <a:r>
              <a:t>口碑驱动不用利益驱动</a:t>
            </a:r>
            <a:br/>
            <a:r>
              <a:t>每场结束都是下一场预热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定价策略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3200400" cy="2743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线下票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¥199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统一价  不乱价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Arial"/>
              </a:defRPr>
            </a:pPr>
            <a:r>
              <a:t>6场任意选择  全天沉浸式授课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463040"/>
            <a:ext cx="3200400" cy="2743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线上票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¥99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t>统一价  不乱价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83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Arial"/>
              </a:defRPr>
            </a:pPr>
            <a:r>
              <a:t>直播 + 录播回放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Arial"/>
              </a:defRPr>
            </a:pPr>
            <a:r>
              <a:t>线下1000人 x ¥199 + 线上300人 x ¥99 = 约 22-23万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1A"/>
                </a:solidFill>
                <a:latin typeface="Arial Black"/>
              </a:defRPr>
            </a:pPr>
            <a:r>
              <a:t>关键时间轴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63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4.26 - 4.27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确定6场时间、落实场地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10512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56231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4.28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5623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活动行页面上线，发第一条内容种草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9424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49424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9514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4.29 - 4.30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9514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私域一对一激活开始，张明军发预告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88336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688336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3405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5.1 - 5.4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3405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内容密集输出，裂变开始，目标300人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27248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27248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7296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5.5 - 5.9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17296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最后冲刺，倒计时内容，目标700人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566160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6118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5.10（周日）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1187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第一场 · 首场启动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05072"/>
            <a:ext cx="768096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005072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50791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5.10 - 5.17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5079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边办边传播，每场结束是下一场预热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443983"/>
            <a:ext cx="7680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443983"/>
            <a:ext cx="36576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489703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1A"/>
                </a:solidFill>
                <a:latin typeface="Arial"/>
              </a:defRPr>
            </a:pPr>
            <a:r>
              <a:t>5.17（周日）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489703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收官场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目标与行动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线下累计人数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1000人（必须完成）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活动群规模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1500人+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自发传播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50条+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潜在创造者识别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100人+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拓圈Seeker新增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50人+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67912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t>这不是活动方案，是拓圈城市落地的标准作战手册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TOPOO  ·  拓圈  ·  让小而美被世界看见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