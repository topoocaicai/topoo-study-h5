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CCCCCC"/>
                </a:solidFill>
                <a:latin typeface="Microsoft YaHei"/>
              </a:defRPr>
            </a:pPr>
            <a:r>
              <a:t>我要做一件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有可能会被打脸的事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120"/>
              </a:lnSpc>
              <a:spcAft>
                <a:spcPts val="200"/>
              </a:spcAft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大家好，我是苏菜菜</a:t>
            </a:r>
          </a:p>
          <a:p>
            <a:pPr algn="ctr">
              <a:lnSpc>
                <a:spcPts val="6120"/>
              </a:lnSpc>
              <a:spcAft>
                <a:spcPts val="200"/>
              </a:spcAft>
              <a:defRPr sz="34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6120"/>
              </a:lnSpc>
              <a:spcAft>
                <a:spcPts val="200"/>
              </a:spcAft>
              <a:defRPr sz="3400" b="0">
                <a:solidFill>
                  <a:srgbClr val="CCCCCC"/>
                </a:solidFill>
                <a:latin typeface="Microsoft YaHei"/>
              </a:defRPr>
            </a:pPr>
            <a:r>
              <a:t>拓圈Topoo发起者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0"/>
            <a:ext cx="676656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760"/>
              </a:lnSpc>
              <a:spcAft>
                <a:spcPts val="200"/>
              </a:spcAft>
              <a:defRPr sz="2800" b="0">
                <a:solidFill>
                  <a:srgbClr val="CCCCCC"/>
                </a:solidFill>
                <a:latin typeface="Microsoft YaHei"/>
              </a:defRPr>
            </a:pPr>
            <a:r>
              <a:t>拓圈是什么不重要</a:t>
            </a:r>
          </a:p>
          <a:p>
            <a:pPr algn="ctr">
              <a:lnSpc>
                <a:spcPts val="4760"/>
              </a:lnSpc>
              <a:spcAft>
                <a:spcPts val="200"/>
              </a:spcAft>
              <a:defRPr sz="2800" b="0">
                <a:solidFill>
                  <a:srgbClr val="999999"/>
                </a:solidFill>
                <a:latin typeface="Microsoft YaHei"/>
              </a:defRPr>
            </a:pPr>
            <a:r>
              <a:t>以后有时间再讲</a:t>
            </a:r>
          </a:p>
          <a:p>
            <a:pPr algn="ctr">
              <a:lnSpc>
                <a:spcPts val="4760"/>
              </a:lnSpc>
              <a:spcAft>
                <a:spcPts val="200"/>
              </a:spcAft>
              <a:defRPr sz="28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4760"/>
              </a:lnSpc>
              <a:spcAft>
                <a:spcPts val="200"/>
              </a:spcAft>
              <a:defRPr sz="2800" b="0">
                <a:solidFill>
                  <a:srgbClr val="CCCCCC"/>
                </a:solidFill>
                <a:latin typeface="Microsoft YaHei"/>
              </a:defRPr>
            </a:pPr>
            <a:r>
              <a:t>真人暂时不出镜</a:t>
            </a:r>
          </a:p>
          <a:p>
            <a:pPr algn="ctr">
              <a:lnSpc>
                <a:spcPts val="4760"/>
              </a:lnSpc>
              <a:spcAft>
                <a:spcPts val="200"/>
              </a:spcAft>
              <a:defRPr sz="2800" b="0">
                <a:solidFill>
                  <a:srgbClr val="999999"/>
                </a:solidFill>
                <a:latin typeface="Microsoft YaHei"/>
              </a:defRPr>
            </a:pPr>
            <a:r>
              <a:t>是个i人</a:t>
            </a:r>
          </a:p>
          <a:p>
            <a:pPr algn="ctr">
              <a:lnSpc>
                <a:spcPts val="4760"/>
              </a:lnSpc>
              <a:spcAft>
                <a:spcPts val="200"/>
              </a:spcAft>
              <a:defRPr sz="2800" b="0">
                <a:solidFill>
                  <a:srgbClr val="999999"/>
                </a:solidFill>
                <a:latin typeface="Microsoft YaHei"/>
              </a:defRPr>
            </a:pPr>
            <a:r>
              <a:t>也等有时间再说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888888"/>
                </a:solidFill>
                <a:latin typeface="Microsoft YaHei"/>
              </a:defRPr>
            </a:pPr>
            <a:r>
              <a:t>2026年4月26日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3200400"/>
            <a:ext cx="4572000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676656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200"/>
              </a:spcAft>
              <a:defRPr sz="3000" b="0">
                <a:solidFill>
                  <a:srgbClr val="FFFFFF"/>
                </a:solidFill>
                <a:latin typeface="Microsoft YaHei"/>
              </a:defRPr>
            </a:pPr>
            <a:r>
              <a:t>从今天到5月10号</a:t>
            </a:r>
          </a:p>
          <a:p>
            <a:pPr algn="ctr">
              <a:lnSpc>
                <a:spcPts val="4800"/>
              </a:lnSpc>
              <a:spcAft>
                <a:spcPts val="200"/>
              </a:spcAft>
              <a:defRPr sz="3000" b="0">
                <a:solidFill>
                  <a:srgbClr val="CCCCCC"/>
                </a:solidFill>
                <a:latin typeface="Microsoft YaHei"/>
              </a:defRPr>
            </a:pPr>
            <a:r>
              <a:t>14天时间</a:t>
            </a:r>
          </a:p>
          <a:p>
            <a:pPr algn="ctr">
              <a:lnSpc>
                <a:spcPts val="4800"/>
              </a:lnSpc>
              <a:spcAft>
                <a:spcPts val="200"/>
              </a:spcAft>
              <a:defRPr sz="30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4800"/>
              </a:lnSpc>
              <a:spcAft>
                <a:spcPts val="200"/>
              </a:spcAft>
              <a:defRPr sz="3000" b="0">
                <a:solidFill>
                  <a:srgbClr val="FFFFFF"/>
                </a:solidFill>
                <a:latin typeface="Microsoft YaHei"/>
              </a:defRPr>
            </a:pPr>
            <a:r>
              <a:t>我要在南京找到</a:t>
            </a:r>
          </a:p>
          <a:p>
            <a:pPr algn="ctr">
              <a:lnSpc>
                <a:spcPts val="4800"/>
              </a:lnSpc>
              <a:spcAft>
                <a:spcPts val="20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1000 个人到场</a:t>
            </a:r>
          </a:p>
          <a:p>
            <a:pPr algn="ctr">
              <a:lnSpc>
                <a:spcPts val="4800"/>
              </a:lnSpc>
              <a:spcAft>
                <a:spcPts val="200"/>
              </a:spcAft>
              <a:defRPr sz="30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4800"/>
              </a:lnSpc>
              <a:spcAft>
                <a:spcPts val="200"/>
              </a:spcAft>
              <a:defRPr sz="3000" b="0">
                <a:solidFill>
                  <a:srgbClr val="CCCCCC"/>
                </a:solidFill>
                <a:latin typeface="Microsoft YaHei"/>
              </a:defRPr>
            </a:pPr>
            <a:r>
              <a:t>做一场关于流量的线下活动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0"/>
            <a:ext cx="676656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40"/>
              </a:lnSpc>
              <a:spcAft>
                <a:spcPts val="200"/>
              </a:spcAft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不是线上看直播</a:t>
            </a:r>
          </a:p>
          <a:p>
            <a:pPr algn="ctr">
              <a:lnSpc>
                <a:spcPts val="5440"/>
              </a:lnSpc>
              <a:spcAft>
                <a:spcPts val="200"/>
              </a:spcAft>
              <a:defRPr sz="34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5440"/>
              </a:lnSpc>
              <a:spcAft>
                <a:spcPts val="200"/>
              </a:spcAft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是真人坐在椅子上</a:t>
            </a:r>
          </a:p>
          <a:p>
            <a:pPr algn="ctr">
              <a:lnSpc>
                <a:spcPts val="5440"/>
              </a:lnSpc>
              <a:spcAft>
                <a:spcPts val="200"/>
              </a:spcAft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待一整天</a:t>
            </a:r>
          </a:p>
          <a:p>
            <a:pPr algn="ctr">
              <a:lnSpc>
                <a:spcPts val="5440"/>
              </a:lnSpc>
              <a:spcAft>
                <a:spcPts val="200"/>
              </a:spcAft>
              <a:defRPr sz="34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5440"/>
              </a:lnSpc>
              <a:spcAft>
                <a:spcPts val="200"/>
              </a:spcAft>
              <a:defRPr sz="3400" b="0">
                <a:solidFill>
                  <a:srgbClr val="CCCCCC"/>
                </a:solidFill>
                <a:latin typeface="Microsoft YaHei"/>
              </a:defRPr>
            </a:pPr>
            <a:r>
              <a:t>199块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8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888888"/>
                </a:solidFill>
                <a:latin typeface="Microsoft YaHei"/>
              </a:defRPr>
            </a:pPr>
            <a:r>
              <a:t>南京常住人口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6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333333"/>
                </a:solidFill>
                <a:latin typeface="Microsoft YaHei"/>
              </a:defRPr>
            </a:pPr>
            <a:r>
              <a:t>940万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888888"/>
                </a:solidFill>
                <a:latin typeface="Microsoft YaHei"/>
              </a:defRPr>
            </a:pPr>
            <a:r>
              <a:t>1000人算什么？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CCCCC"/>
                </a:solidFill>
                <a:latin typeface="Microsoft YaHei"/>
              </a:defRPr>
            </a:pPr>
            <a:r>
              <a:t>但做过线下活动的人都知道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286000"/>
            <a:ext cx="5486400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6035040" cy="100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59"/>
              </a:lnSpc>
              <a:spcAft>
                <a:spcPts val="200"/>
              </a:spcAft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让一个人——</a:t>
            </a:r>
          </a:p>
          <a:p>
            <a:pPr algn="ctr">
              <a:lnSpc>
                <a:spcPts val="3359"/>
              </a:lnSpc>
              <a:spcAft>
                <a:spcPts val="200"/>
              </a:spcAft>
              <a:defRPr sz="24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3359"/>
              </a:lnSpc>
              <a:spcAft>
                <a:spcPts val="200"/>
              </a:spcAft>
              <a:defRPr sz="2400" b="0">
                <a:solidFill>
                  <a:srgbClr val="CCCCCC"/>
                </a:solidFill>
                <a:latin typeface="Microsoft YaHei"/>
              </a:defRPr>
            </a:pPr>
            <a:r>
              <a:t>看到信息</a:t>
            </a:r>
          </a:p>
          <a:p>
            <a:pPr algn="ctr">
              <a:lnSpc>
                <a:spcPts val="3359"/>
              </a:lnSpc>
              <a:spcAft>
                <a:spcPts val="200"/>
              </a:spcAft>
              <a:defRPr sz="2400" b="0">
                <a:solidFill>
                  <a:srgbClr val="888888"/>
                </a:solidFill>
                <a:latin typeface="Microsoft YaHei"/>
              </a:defRPr>
            </a:pPr>
            <a:r>
              <a:t>↓</a:t>
            </a:r>
          </a:p>
          <a:p>
            <a:pPr algn="ctr">
              <a:lnSpc>
                <a:spcPts val="3359"/>
              </a:lnSpc>
              <a:spcAft>
                <a:spcPts val="200"/>
              </a:spcAft>
              <a:defRPr sz="2400" b="0">
                <a:solidFill>
                  <a:srgbClr val="CCCCCC"/>
                </a:solidFill>
                <a:latin typeface="Microsoft YaHei"/>
              </a:defRPr>
            </a:pPr>
            <a:r>
              <a:t>决定参与</a:t>
            </a:r>
          </a:p>
          <a:p>
            <a:pPr algn="ctr">
              <a:lnSpc>
                <a:spcPts val="3359"/>
              </a:lnSpc>
              <a:spcAft>
                <a:spcPts val="200"/>
              </a:spcAft>
              <a:defRPr sz="2400" b="0">
                <a:solidFill>
                  <a:srgbClr val="888888"/>
                </a:solidFill>
                <a:latin typeface="Microsoft YaHei"/>
              </a:defRPr>
            </a:pPr>
            <a:r>
              <a:t>↓</a:t>
            </a:r>
          </a:p>
          <a:p>
            <a:pPr algn="ctr">
              <a:lnSpc>
                <a:spcPts val="3359"/>
              </a:lnSpc>
              <a:spcAft>
                <a:spcPts val="200"/>
              </a:spcAft>
              <a:defRPr sz="2400" b="0">
                <a:solidFill>
                  <a:srgbClr val="CCCCCC"/>
                </a:solidFill>
                <a:latin typeface="Microsoft YaHei"/>
              </a:defRPr>
            </a:pPr>
            <a:r>
              <a:t>早上爬起来出门</a:t>
            </a:r>
          </a:p>
          <a:p>
            <a:pPr algn="ctr">
              <a:lnSpc>
                <a:spcPts val="3359"/>
              </a:lnSpc>
              <a:spcAft>
                <a:spcPts val="200"/>
              </a:spcAft>
              <a:defRPr sz="2400" b="0">
                <a:solidFill>
                  <a:srgbClr val="888888"/>
                </a:solidFill>
                <a:latin typeface="Microsoft YaHei"/>
              </a:defRPr>
            </a:pPr>
            <a:r>
              <a:t>↓</a:t>
            </a:r>
          </a:p>
          <a:p>
            <a:pPr algn="ctr">
              <a:lnSpc>
                <a:spcPts val="3359"/>
              </a:lnSpc>
              <a:spcAft>
                <a:spcPts val="200"/>
              </a:spcAft>
              <a:defRPr sz="2400" b="0">
                <a:solidFill>
                  <a:srgbClr val="CCCCCC"/>
                </a:solidFill>
                <a:latin typeface="Microsoft YaHei"/>
              </a:defRPr>
            </a:pPr>
            <a:r>
              <a:t>坐在椅子上待到下午</a:t>
            </a:r>
          </a:p>
          <a:p>
            <a:pPr algn="ctr">
              <a:lnSpc>
                <a:spcPts val="3359"/>
              </a:lnSpc>
              <a:spcAft>
                <a:spcPts val="200"/>
              </a:spcAft>
              <a:defRPr sz="24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3359"/>
              </a:lnSpc>
              <a:spcAft>
                <a:spcPts val="200"/>
              </a:spcAft>
              <a:defRPr sz="2400" b="1">
                <a:solidFill>
                  <a:srgbClr val="FF4444"/>
                </a:solidFill>
                <a:latin typeface="Microsoft YaHei"/>
              </a:defRPr>
            </a:pPr>
            <a:r>
              <a:t>每一步，都在掉人。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CCCCCC"/>
                </a:solidFill>
                <a:latin typeface="Microsoft YaHei"/>
              </a:defRPr>
            </a:pPr>
            <a:r>
              <a:t>现在报名人数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FFFFFF"/>
                </a:solidFill>
                <a:latin typeface="Microsoft YaHei"/>
              </a:defRPr>
            </a:pPr>
            <a:r>
              <a:t>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0"/>
            <a:ext cx="676656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760"/>
              </a:lnSpc>
              <a:spcAft>
                <a:spcPts val="200"/>
              </a:spcAft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整个4月份都在盘内容</a:t>
            </a:r>
          </a:p>
          <a:p>
            <a:pPr algn="ctr">
              <a:lnSpc>
                <a:spcPts val="4760"/>
              </a:lnSpc>
              <a:spcAft>
                <a:spcPts val="200"/>
              </a:spcAft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打磨细节</a:t>
            </a:r>
          </a:p>
          <a:p>
            <a:pPr algn="ctr">
              <a:lnSpc>
                <a:spcPts val="4760"/>
              </a:lnSpc>
              <a:spcAft>
                <a:spcPts val="200"/>
              </a:spcAft>
              <a:defRPr sz="28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4760"/>
              </a:lnSpc>
              <a:spcAft>
                <a:spcPts val="200"/>
              </a:spcAft>
              <a:defRPr sz="2800" b="0">
                <a:solidFill>
                  <a:srgbClr val="CCCCCC"/>
                </a:solidFill>
                <a:latin typeface="Microsoft YaHei"/>
              </a:defRPr>
            </a:pPr>
            <a:r>
              <a:t>直到现在才把素材做好</a:t>
            </a:r>
          </a:p>
          <a:p>
            <a:pPr algn="ctr">
              <a:lnSpc>
                <a:spcPts val="4760"/>
              </a:lnSpc>
              <a:spcAft>
                <a:spcPts val="200"/>
              </a:spcAft>
              <a:defRPr sz="2800" b="0">
                <a:solidFill>
                  <a:srgbClr val="999999"/>
                </a:solidFill>
                <a:latin typeface="Microsoft YaHei"/>
              </a:defRPr>
            </a:pPr>
            <a:r>
              <a:t>可能有拖延症</a:t>
            </a:r>
          </a:p>
          <a:p>
            <a:pPr algn="ctr">
              <a:lnSpc>
                <a:spcPts val="4760"/>
              </a:lnSpc>
              <a:spcAft>
                <a:spcPts val="200"/>
              </a:spcAft>
              <a:defRPr sz="28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4760"/>
              </a:lnSpc>
              <a:spcAft>
                <a:spcPts val="200"/>
              </a:spcAft>
              <a:defRPr sz="2800" b="0">
                <a:solidFill>
                  <a:srgbClr val="CCCCCC"/>
                </a:solidFill>
                <a:latin typeface="Microsoft YaHei"/>
              </a:defRPr>
            </a:pPr>
            <a:r>
              <a:t>也没有时间做视频了</a:t>
            </a:r>
          </a:p>
          <a:p>
            <a:pPr algn="ctr">
              <a:lnSpc>
                <a:spcPts val="476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PPT翻页吧，我熟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60"/>
              </a:lnSpc>
              <a:spcAft>
                <a:spcPts val="200"/>
              </a:spcAft>
              <a:defRPr sz="3200" b="0">
                <a:solidFill>
                  <a:srgbClr val="CCCCCC"/>
                </a:solidFill>
                <a:latin typeface="Microsoft YaHei"/>
              </a:defRPr>
            </a:pPr>
            <a:r>
              <a:t>从今天开始</a:t>
            </a:r>
          </a:p>
          <a:p>
            <a:pPr algn="ctr">
              <a:lnSpc>
                <a:spcPts val="5760"/>
              </a:lnSpc>
              <a:spcAft>
                <a:spcPts val="200"/>
              </a:spcAft>
              <a:defRPr sz="32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5760"/>
              </a:lnSpc>
              <a:spcAft>
                <a:spcPts val="2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我每天更新</a:t>
            </a:r>
          </a:p>
          <a:p>
            <a:pPr algn="ctr">
              <a:lnSpc>
                <a:spcPts val="5760"/>
              </a:lnSpc>
              <a:spcAft>
                <a:spcPts val="2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真实的信息和数据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100"/>
              </a:lnSpc>
              <a:spcAft>
                <a:spcPts val="20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做到了算本事</a:t>
            </a:r>
          </a:p>
          <a:p>
            <a:pPr algn="ctr">
              <a:lnSpc>
                <a:spcPts val="5100"/>
              </a:lnSpc>
              <a:spcAft>
                <a:spcPts val="200"/>
              </a:spcAft>
              <a:defRPr sz="30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5100"/>
              </a:lnSpc>
              <a:spcAft>
                <a:spcPts val="200"/>
              </a:spcAft>
              <a:defRPr sz="3000" b="0">
                <a:solidFill>
                  <a:srgbClr val="CCCCCC"/>
                </a:solidFill>
                <a:latin typeface="Microsoft YaHei"/>
              </a:defRPr>
            </a:pPr>
            <a:r>
              <a:t>没做到</a:t>
            </a:r>
          </a:p>
          <a:p>
            <a:pPr algn="ctr">
              <a:lnSpc>
                <a:spcPts val="5100"/>
              </a:lnSpc>
              <a:spcAft>
                <a:spcPts val="200"/>
              </a:spcAft>
              <a:defRPr sz="3000" b="0">
                <a:solidFill>
                  <a:srgbClr val="CCCCCC"/>
                </a:solidFill>
                <a:latin typeface="Microsoft YaHei"/>
              </a:defRPr>
            </a:pPr>
            <a:r>
              <a:t>这个系列就是大家</a:t>
            </a:r>
          </a:p>
          <a:p>
            <a:pPr algn="ctr">
              <a:lnSpc>
                <a:spcPts val="5100"/>
              </a:lnSpc>
              <a:spcAft>
                <a:spcPts val="200"/>
              </a:spcAft>
              <a:defRPr sz="3000" b="1">
                <a:solidFill>
                  <a:srgbClr val="CCCCCC"/>
                </a:solidFill>
                <a:latin typeface="Microsoft YaHei"/>
              </a:defRPr>
            </a:pPr>
            <a:r>
              <a:t>最好的复盘素材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0"/>
            <a:ext cx="6766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60"/>
              </a:lnSpc>
              <a:spcAft>
                <a:spcPts val="200"/>
              </a:spcAft>
              <a:defRPr sz="3200" b="0">
                <a:solidFill>
                  <a:srgbClr val="CCCCCC"/>
                </a:solidFill>
                <a:latin typeface="Microsoft YaHei"/>
              </a:defRPr>
            </a:pPr>
            <a:r>
              <a:t>想看我翻车的</a:t>
            </a:r>
          </a:p>
          <a:p>
            <a:pPr algn="ctr">
              <a:lnSpc>
                <a:spcPts val="5760"/>
              </a:lnSpc>
              <a:spcAft>
                <a:spcPts val="2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点个关注</a:t>
            </a:r>
          </a:p>
          <a:p>
            <a:pPr algn="ctr">
              <a:lnSpc>
                <a:spcPts val="5760"/>
              </a:lnSpc>
              <a:spcAft>
                <a:spcPts val="200"/>
              </a:spcAft>
              <a:defRPr sz="32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5760"/>
              </a:lnSpc>
              <a:spcAft>
                <a:spcPts val="200"/>
              </a:spcAft>
              <a:defRPr sz="3200" b="0">
                <a:solidFill>
                  <a:srgbClr val="CCCCCC"/>
                </a:solidFill>
                <a:latin typeface="Microsoft YaHei"/>
              </a:defRPr>
            </a:pPr>
            <a:r>
              <a:t>想在南京学短视频的</a:t>
            </a:r>
          </a:p>
          <a:p>
            <a:pPr algn="ctr">
              <a:lnSpc>
                <a:spcPts val="5760"/>
              </a:lnSpc>
              <a:spcAft>
                <a:spcPts val="2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左下角链接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先这样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CCCCCC"/>
                </a:solidFill>
                <a:latin typeface="Microsoft YaHei"/>
              </a:defRPr>
            </a:pPr>
            <a:r>
              <a:t>发了视频，我就正式开始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8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Day 1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4572000" cy="254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200"/>
              </a:spcAft>
              <a:defRPr sz="2400" b="0">
                <a:solidFill>
                  <a:srgbClr val="CCCCCC"/>
                </a:solidFill>
                <a:latin typeface="Microsoft YaHei"/>
              </a:defRPr>
            </a:pPr>
            <a:r>
              <a:t>当前报名：0 人</a:t>
            </a:r>
          </a:p>
          <a:p>
            <a:pPr algn="ctr">
              <a:lnSpc>
                <a:spcPts val="4800"/>
              </a:lnSpc>
              <a:spcAft>
                <a:spcPts val="200"/>
              </a:spcAft>
              <a:defRPr sz="2400" b="0">
                <a:solidFill>
                  <a:srgbClr val="CCCCCC"/>
                </a:solidFill>
                <a:latin typeface="Microsoft YaHei"/>
              </a:defRPr>
            </a:pPr>
            <a:r>
              <a:t>目标：1000 人</a:t>
            </a:r>
          </a:p>
          <a:p>
            <a:pPr algn="ctr">
              <a:lnSpc>
                <a:spcPts val="4800"/>
              </a:lnSpc>
              <a:spcAft>
                <a:spcPts val="200"/>
              </a:spcAft>
              <a:defRPr sz="2400" b="0">
                <a:solidFill>
                  <a:srgbClr val="CCCCCC"/>
                </a:solidFill>
                <a:latin typeface="Microsoft YaHei"/>
              </a:defRPr>
            </a:pPr>
            <a:r>
              <a:t>距首场：14 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8229600"/>
            <a:ext cx="4572000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6868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80"/>
              </a:lnSpc>
              <a:spcAft>
                <a:spcPts val="200"/>
              </a:spcAft>
              <a:defRPr sz="1800" b="0">
                <a:solidFill>
                  <a:srgbClr val="888888"/>
                </a:solidFill>
                <a:latin typeface="Microsoft YaHei"/>
              </a:defRPr>
            </a:pPr>
            <a:r>
              <a:t>拓圈 Topoo</a:t>
            </a:r>
          </a:p>
          <a:p>
            <a:pPr algn="ctr">
              <a:lnSpc>
                <a:spcPts val="2880"/>
              </a:lnSpc>
              <a:spcAft>
                <a:spcPts val="200"/>
              </a:spcAft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让小而美被世界看见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